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Inter ExtraBold"/>
      <p:bold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7.png"/><Relationship Id="rId12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35.png"/><Relationship Id="rId7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682204"/>
            <a:ext cx="770096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Designing for 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 Unified Experience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13645"/>
            <a:ext cx="7700962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New Perspective and a Case Study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6750" y="1518195"/>
            <a:ext cx="3333750" cy="378335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800100" y="3887985"/>
            <a:ext cx="7105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Course No: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CSE 4XYZ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00100" y="4209901"/>
            <a:ext cx="7105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Course Teacher: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Dr. John Doe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0100" y="4531816"/>
            <a:ext cx="7105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Presentation by: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Student Name (Roll: 123456)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00100" y="4853731"/>
            <a:ext cx="7105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Date:</a:t>
            </a:r>
            <a:r>
              <a:rPr b="0" i="0" lang="en-US" sz="135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October 24,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47750" y="1574601"/>
            <a:ext cx="10572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The Enterprise Software "Nightmare"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2239416"/>
            <a:ext cx="10572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Why Current Solutions Fail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47750" y="2904232"/>
            <a:ext cx="10572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The Concept of Unified Experience (UX)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3569047"/>
            <a:ext cx="10572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Implementation Framework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4233862"/>
            <a:ext cx="10572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Case Study: "Paul the Buyer"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47750" y="4898677"/>
            <a:ext cx="10572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Results &amp; Business Impact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47750" y="5563492"/>
            <a:ext cx="105727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1574601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 counter(toc-counter)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239416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 counter(toc-counter)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2904232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 counter(toc-counter)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3569047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 counter(toc-counter)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4233862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 counter(toc-counter)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4898677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 counter(toc-counter)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5563492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 counter(toc-counter)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47744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012626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638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254406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Today's enterprise environment is a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chaotic hybrid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of: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469671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Result? A fractured user experience that kills productivity and frustrates employees.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9638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52500" y="300126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Legacy Systems: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Ancient software that won't die.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344894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Vendor Solutions: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Purchased SaaS tools (Salesforce, SAP).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420141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Home-Grown Apps: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Internal tools built in silos.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0536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50133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253805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Enterprise Software Nightmare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68748"/>
            <a:ext cx="5238750" cy="306511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164589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Common Trap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12973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Most companies try to fix the problem by just making everything </a:t>
            </a:r>
            <a:r>
              <a:rPr b="0" i="1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look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the same (e.g., using Google Material Design everywhere).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3234630"/>
            <a:ext cx="5238750" cy="190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344418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Reality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0" y="2654498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550818" y="3606998"/>
            <a:ext cx="4900612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Klocek's Hierarchy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67500" y="4090838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Visual consistency is just the bottom layer. Real change happens at the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organizational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process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levels.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47725" y="388992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52500" y="388992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Lipstick on a pig: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It ignores the underlying business process.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7725" y="464239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52500" y="464239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Vendor Lock-in: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You can't easily change the UI of bought software.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7725" y="539487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52500" y="539487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Lack of Integration: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Looking the same doesn't mean working together.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 "Visual Consistency" Isn't Enough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39516"/>
            <a:ext cx="2095500" cy="2361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9875" y="3039516"/>
            <a:ext cx="2095500" cy="2361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8250" y="3039516"/>
            <a:ext cx="2095500" cy="2361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6625" y="3039516"/>
            <a:ext cx="2095500" cy="2361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0" y="3039516"/>
            <a:ext cx="2095500" cy="23619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79145" y="3896766"/>
            <a:ext cx="168021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Consistency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19150" y="4279552"/>
            <a:ext cx="1600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Uniform look &amp; feel across apps.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3017520" y="3896766"/>
            <a:ext cx="168021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Efficiency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057525" y="4279552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Streamlined workflows &amp; processes.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255895" y="3896766"/>
            <a:ext cx="168021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Personalization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295900" y="4279552"/>
            <a:ext cx="1600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Targeted content based on user role.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494270" y="3896766"/>
            <a:ext cx="168021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534275" y="4279552"/>
            <a:ext cx="1600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Seamless data flow across systems.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732645" y="3896766"/>
            <a:ext cx="1680210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Optimization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772650" y="4279552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Best performance across all touchpoints.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28750" y="332526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90937" y="332526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57875" y="332526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0" y="332526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82250" y="332526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Exam Focus: The 5 Attributes of Unified Experience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571500" y="170676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To fix the broken experience, we need these 5 pillars working together: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375" y="1980158"/>
            <a:ext cx="4191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80308"/>
            <a:ext cx="5238750" cy="1403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375" y="5308103"/>
            <a:ext cx="41910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6381750" y="2441078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1. Top-Down Approach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381750" y="292491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Requires leadership commitment. Changing the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culture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to prioritize UX. Setting organizational standards.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381750" y="3820269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Bottom-Up Approach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381750" y="4304109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Tactical execution. Creating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UI assets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, design guidelines, and integration toolkits that developers can use immediately.</a:t>
            </a:r>
            <a:endParaRPr/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81337" y="2675483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740568" y="3466058"/>
            <a:ext cx="4900612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UNIFIED EXPERIENCE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57250" y="3911798"/>
            <a:ext cx="4667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5 Attributes meet here</a:t>
            </a:r>
            <a:endParaRPr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81337" y="4803278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to Build It: The Framework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2710606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819525" y="2283023"/>
            <a:ext cx="502062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User: Paul (Supply Chain Buyer)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3819525" y="2766863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Manages factory spare parts inventory.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3819525" y="3262163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Pain: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4095750" y="371936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4200525" y="3719363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Fighting fires daily (reactive, not proactive).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4095750" y="416703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4200525" y="4167038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Uses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dozens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of different systems to do one job.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4095750" y="461471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4200525" y="4614713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Manual copy-pasting leads to errors.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095750" y="506238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200525" y="5062388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"I wish I had one system instead of twelve."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Case Study: Meet Paul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571500" y="244971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Redesigning the Process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71500" y="2933551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We didn't just fix the UI. We fixed the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job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775" y="2196405"/>
            <a:ext cx="483870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6581775" y="5739705"/>
            <a:ext cx="48387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Simplified Process Flow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47725" y="33907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952500" y="3390751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Consolidated: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Merged data from ERP, MRP, and Email into </a:t>
            </a:r>
            <a:r>
              <a:rPr b="0" i="1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one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dashboard.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847725" y="414322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52500" y="4143226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Automated: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The system now analyzes risks and recommends actions (instead of Paul guessing).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47725" y="489570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952500" y="4895701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Optimized: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Reduced clicks and screen switching.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Solution: BOMA Application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3492549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71725"/>
            <a:ext cx="3492549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71725"/>
            <a:ext cx="3492549" cy="223063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571500" y="498336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"The system shifted users from being </a:t>
            </a:r>
            <a:r>
              <a:rPr b="1" i="1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Reactive</a:t>
            </a:r>
            <a:r>
              <a:rPr b="0" i="1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b="1" i="1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Proactive</a:t>
            </a:r>
            <a:r>
              <a:rPr b="0" i="1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."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781050" y="2676525"/>
            <a:ext cx="30734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50%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693812" y="3343275"/>
            <a:ext cx="1247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 SAVED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781050" y="3667125"/>
            <a:ext cx="30734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Task time dropped from 10 mins to 5 mins.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4559349" y="2676525"/>
            <a:ext cx="30734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$1.2M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319712" y="3343275"/>
            <a:ext cx="1552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 SAVINGS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4559349" y="3667125"/>
            <a:ext cx="30734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Saved per buyer via proactive inventory planning.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337649" y="2676525"/>
            <a:ext cx="30734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964662" y="3343275"/>
            <a:ext cx="1819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LEARNING CURVE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337649" y="3667125"/>
            <a:ext cx="307344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"How do I?" support tickets dropped to zero.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Exam Focus: Tangible Business Impact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83073"/>
            <a:ext cx="5238750" cy="243631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571500" y="254496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Takeaways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847725" y="299070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952500" y="2990701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UX is Business Value: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It's not just about "looking pretty." It saves money and reduces risk.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847725" y="374317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52500" y="3743176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Beyond the UI: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True Unified Experience requires deep integration and process redesign.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847725" y="44956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952500" y="4495651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Measure It: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Use a UX Scorecard to prove value to management (e.g., time saved, error reduction).</a:t>
            </a:r>
            <a:endParaRPr/>
          </a:p>
        </p:txBody>
      </p:sp>
      <p:pic>
        <p:nvPicPr>
          <p:cNvPr descr="image.png" id="266" name="Google Shape;2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9675" y="3064073"/>
            <a:ext cx="342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6762750" y="3864173"/>
            <a:ext cx="4476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"Unified Experience is the ultimate goal for the enterprise world."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295275" y="2043112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Fin!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295275" y="3281362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571500" y="43672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Thank you for listening.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/>
          <p:nvPr/>
        </p:nvSpPr>
        <p:spPr>
          <a:xfrm>
            <a:off x="571500" y="223748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571500" y="302225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571500" y="400511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571500" y="30127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71500" y="30127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571500" y="39955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571500" y="39955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571500" y="47803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571500" y="47803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9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1666875" y="238035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https://admission.kuet.ac.bd/static/logo.png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1666875" y="262607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admission.kuet.ac.bd</a:t>
            </a:r>
            <a:endParaRPr/>
          </a:p>
        </p:txBody>
      </p:sp>
      <p:pic>
        <p:nvPicPr>
          <p:cNvPr descr="image.png" id="295" name="Google Shape;29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07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1666875" y="316512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https://media.istockphoto.com/id/860536912/photo/high-angle-view-of-office-worker-working-on-computer.jpg?s=612x612&amp;w=0&amp;k=20&amp;c=97F652FYtS00cs4AxnHOl0FHI-5UuKYPT345n4i3aNI=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666875" y="36089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98" name="Google Shape;29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4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1666875" y="414798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https://haslam.utk.edu/wp-content/uploads/2024/05/Steve-Harris-Headshot-1-700x700-1.webp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1666875" y="439370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haslam.utk.edu</a:t>
            </a:r>
            <a:endParaRPr/>
          </a:p>
        </p:txBody>
      </p:sp>
      <p:pic>
        <p:nvPicPr>
          <p:cNvPr descr="image.png" id="301" name="Google Shape;30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393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1666875" y="493275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https://cdn.vectorstock.com/i/1000v/09/81/modern-flowchart-template-vector-22410981.jpg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1666875" y="517847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www.vectorstock.com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571500" y="571500"/>
            <a:ext cx="11601450" cy="46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Sources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571500" y="1106685"/>
            <a:ext cx="11049000" cy="285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